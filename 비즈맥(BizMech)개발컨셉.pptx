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6793" autoAdjust="0"/>
  </p:normalViewPr>
  <p:slideViewPr>
    <p:cSldViewPr snapToGrid="0">
      <p:cViewPr varScale="1">
        <p:scale>
          <a:sx n="154" d="100"/>
          <a:sy n="154" d="100"/>
        </p:scale>
        <p:origin x="28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1DB8B-4684-E1F5-45AA-B4D041C1F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B194F2-F073-F29B-C9E4-20DB95D81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D440F-EC2B-D8F4-DCBD-0182FEED8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90A8F0-7E34-4D87-76D3-A54D03B6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DC848B-2987-AF4B-B5F6-087DF663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06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1B935-7C9B-CE5B-76BB-92350D7F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98325-2B25-9B28-4172-C1B0031C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A6C7F-2C8F-7D58-36A5-67B95C8D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37E626-F99F-8DBF-5495-3095702A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673AC-EE3F-5745-7CBE-0559E703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29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1AA9A-95D8-4E5E-B001-0AEA55C9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72F508-870F-734A-0CB3-160842346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0639F0-B113-F0DE-D595-4629DC1B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5C8F9-822B-E053-4F61-1DF72345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FE428A-8B45-E8E3-BBC9-456104E5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529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E78C8-C4BF-F935-A98E-BB19766A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24A566-1002-26AB-DA9B-BF6FBB048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EA6FAE-A4B5-935D-2F49-89E9C18EC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4DC6E9-F975-5789-6807-D24D481F7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E7091F-63C8-49F2-5810-BEE0AD2A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4F376-1F6C-7EDA-9D56-975D5235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66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84B76-0B59-A324-7B15-90F1193A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9BADEC-2490-DB5D-D643-095DC7C51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4C87BE-B028-1887-35E2-3A2767EA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6ECF57D-4CA0-E38B-82AD-5C8DC0F17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100E11-5D97-8B53-73AC-29ACEFD5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687B27-A086-34CB-51F8-EBB5B8C86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FC612A-1484-CEEF-121A-ADC83B59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6B8FA4-23D2-5BA8-2C2F-1B11D3B8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4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A9776-8ACA-52B6-A704-C31D28F4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3086BA-98BF-56A6-6914-5C779DDB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8E8E9A-FDF5-0173-1883-41E81DA4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5BC1B9-C0F2-35FB-49C4-FEF568BA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91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7CC5B4-55FA-6811-733B-C24ABF00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93DBEB-CD77-FE86-EFC1-6C9E8524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E38503-7FDE-5845-80A2-1B7F78F7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11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ADB68-EBC1-2C6F-BF44-8D1EF606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32D7F-AD4D-F595-4ACF-3C91DC29B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F8AF96-7B9A-F5D3-9FB8-CFF23C583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280B2C-E3E4-464B-690F-093F24E49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C5F226-7818-DCF3-1BB6-B41BCB36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EBB1FA-76E8-3488-A8CD-67F82083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72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FFD90-8517-6C5A-B2E1-7F332CFC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013F7A-A4F4-3EA8-757F-5EABEFDEC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DD310A-8172-D35E-ABD5-ED5FD14CF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AA3F6B-6FBB-4542-A784-639AB661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DF602C-5969-8D89-9E4B-376649FD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5FE62F-58C8-9C4D-1C57-C41B81E7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31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C7FE5-940A-793E-2916-5645E7CA4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6B9A1A-3D99-8626-8CB5-3F1EA6451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C9284E-5192-12FD-C381-5A1B85479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D40D34-E204-2AF3-A9C3-B9E64E5E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50BF91-7A77-D240-5AEC-299BB356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93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8C8326-FFEC-303E-29AC-AC57C2EDC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2738F2-EF56-F60F-AA9A-416EFCC3D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072C2E-B1B7-E4AD-3013-23B06460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79885C-7E3D-167F-EA69-7C76EC6D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B0B4F-B9F0-EE02-3B65-18CB268D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20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241271-209B-2A3F-72D8-BC33D792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1F32DE-5AAA-F3A5-6F7B-0620520FC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798FC2-AE4F-368B-68E9-45048CEA9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1162B-A50F-4747-A943-5C132C07745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4E0855-C323-F3F8-9C1B-06CA0FBBB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6FB3CD-7699-AB79-B8A0-9C8363425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9BBBB-A976-45AD-9A47-6508366418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71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8F4BDA-D9EE-267F-688B-CB1B5D484129}"/>
              </a:ext>
            </a:extLst>
          </p:cNvPr>
          <p:cNvSpPr/>
          <p:nvPr/>
        </p:nvSpPr>
        <p:spPr>
          <a:xfrm>
            <a:off x="207357" y="735224"/>
            <a:ext cx="6903418" cy="4904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A5D243-E07F-ADB6-7A36-914DCFF022E4}"/>
              </a:ext>
            </a:extLst>
          </p:cNvPr>
          <p:cNvSpPr/>
          <p:nvPr/>
        </p:nvSpPr>
        <p:spPr>
          <a:xfrm>
            <a:off x="354179" y="1100665"/>
            <a:ext cx="1618839" cy="4422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부품카테고리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8BEE75-F9AA-19CF-1524-749690BFA1AD}"/>
              </a:ext>
            </a:extLst>
          </p:cNvPr>
          <p:cNvSpPr/>
          <p:nvPr/>
        </p:nvSpPr>
        <p:spPr>
          <a:xfrm>
            <a:off x="2014053" y="1100665"/>
            <a:ext cx="1533012" cy="4422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스펙 정보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C2D707-C753-A41A-1C80-1C293B088A14}"/>
              </a:ext>
            </a:extLst>
          </p:cNvPr>
          <p:cNvSpPr/>
          <p:nvPr/>
        </p:nvSpPr>
        <p:spPr>
          <a:xfrm>
            <a:off x="3659065" y="1086767"/>
            <a:ext cx="3338893" cy="4422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프리뷰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8386C3-E5AB-9DA7-A3B9-F72E5D1FD620}"/>
              </a:ext>
            </a:extLst>
          </p:cNvPr>
          <p:cNvSpPr/>
          <p:nvPr/>
        </p:nvSpPr>
        <p:spPr>
          <a:xfrm>
            <a:off x="354179" y="831583"/>
            <a:ext cx="538647" cy="15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조회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8CD981-B456-5A60-A15B-47E61F5A3358}"/>
              </a:ext>
            </a:extLst>
          </p:cNvPr>
          <p:cNvSpPr/>
          <p:nvPr/>
        </p:nvSpPr>
        <p:spPr>
          <a:xfrm>
            <a:off x="2751909" y="846517"/>
            <a:ext cx="830603" cy="15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주문코드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CAE6D0-E8AD-A6D8-551E-F1FB2269B70D}"/>
              </a:ext>
            </a:extLst>
          </p:cNvPr>
          <p:cNvSpPr/>
          <p:nvPr/>
        </p:nvSpPr>
        <p:spPr>
          <a:xfrm>
            <a:off x="949270" y="831583"/>
            <a:ext cx="1249963" cy="15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8F1D53-6567-735E-7F6E-DB7529595087}"/>
              </a:ext>
            </a:extLst>
          </p:cNvPr>
          <p:cNvSpPr/>
          <p:nvPr/>
        </p:nvSpPr>
        <p:spPr>
          <a:xfrm>
            <a:off x="3659067" y="855852"/>
            <a:ext cx="1640722" cy="15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C297C-2878-055B-C6A9-01FB5B2905F2}"/>
              </a:ext>
            </a:extLst>
          </p:cNvPr>
          <p:cNvSpPr/>
          <p:nvPr/>
        </p:nvSpPr>
        <p:spPr>
          <a:xfrm>
            <a:off x="6312123" y="793384"/>
            <a:ext cx="691779" cy="15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로그인</a:t>
            </a:r>
            <a:endParaRPr lang="ko-KR" altLang="en-US" sz="11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601A09-EBA2-4C54-2774-6E49A14B6617}"/>
              </a:ext>
            </a:extLst>
          </p:cNvPr>
          <p:cNvSpPr/>
          <p:nvPr/>
        </p:nvSpPr>
        <p:spPr>
          <a:xfrm>
            <a:off x="6022468" y="1142009"/>
            <a:ext cx="902236" cy="15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다운로드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B90235-6EC0-8597-7553-7E0A46583015}"/>
              </a:ext>
            </a:extLst>
          </p:cNvPr>
          <p:cNvSpPr/>
          <p:nvPr/>
        </p:nvSpPr>
        <p:spPr>
          <a:xfrm>
            <a:off x="3778232" y="1144702"/>
            <a:ext cx="558189" cy="15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2D</a:t>
            </a:r>
            <a:endParaRPr lang="ko-KR" altLang="en-US" sz="11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33E5E0-1CB8-8510-652D-D4FABCD53ED0}"/>
              </a:ext>
            </a:extLst>
          </p:cNvPr>
          <p:cNvSpPr/>
          <p:nvPr/>
        </p:nvSpPr>
        <p:spPr>
          <a:xfrm>
            <a:off x="4336421" y="1152224"/>
            <a:ext cx="558189" cy="15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3D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60187-EC2C-2930-A4BA-2FBD70838D1E}"/>
              </a:ext>
            </a:extLst>
          </p:cNvPr>
          <p:cNvSpPr txBox="1"/>
          <p:nvPr/>
        </p:nvSpPr>
        <p:spPr>
          <a:xfrm>
            <a:off x="7257597" y="345900"/>
            <a:ext cx="473164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현재 진행된 </a:t>
            </a:r>
            <a:r>
              <a:rPr lang="en-US" altLang="ko-KR" sz="800" dirty="0" err="1"/>
              <a:t>PartManager</a:t>
            </a:r>
            <a:r>
              <a:rPr lang="en-US" altLang="ko-KR" sz="800" dirty="0"/>
              <a:t> </a:t>
            </a:r>
            <a:r>
              <a:rPr lang="ko-KR" altLang="en-US" sz="800" dirty="0"/>
              <a:t>프로젝트의 일부분을 동일하게 웹에서 개발을 하려고 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[</a:t>
            </a:r>
            <a:r>
              <a:rPr lang="ko-KR" altLang="en-US" sz="800" dirty="0"/>
              <a:t>기능</a:t>
            </a:r>
            <a:r>
              <a:rPr lang="en-US" altLang="ko-KR" sz="800" dirty="0"/>
              <a:t>]</a:t>
            </a:r>
          </a:p>
          <a:p>
            <a:r>
              <a:rPr lang="ko-KR" altLang="en-US" sz="800" dirty="0"/>
              <a:t> </a:t>
            </a:r>
            <a:r>
              <a:rPr lang="en-US" altLang="ko-KR" sz="800" dirty="0"/>
              <a:t>-</a:t>
            </a:r>
            <a:r>
              <a:rPr lang="ko-KR" altLang="en-US" sz="800" dirty="0"/>
              <a:t> 왼쪽 샘플 화면 참조는 하는데 감각적이고 사용자가 쉽게 접는 </a:t>
            </a:r>
            <a:r>
              <a:rPr lang="ko-KR" altLang="en-US" sz="800" dirty="0" err="1"/>
              <a:t>할수</a:t>
            </a:r>
            <a:r>
              <a:rPr lang="ko-KR" altLang="en-US" sz="800" dirty="0"/>
              <a:t> 있는 화면 구성이 되어야 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좋은 아이디어가 있으면 </a:t>
            </a:r>
            <a:r>
              <a:rPr lang="ko-KR" altLang="en-US" sz="800" dirty="0" err="1"/>
              <a:t>반여</a:t>
            </a:r>
            <a:r>
              <a:rPr lang="ko-KR" altLang="en-US" sz="800" dirty="0"/>
              <a:t> 진행 해주시면 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[DB]</a:t>
            </a:r>
          </a:p>
          <a:p>
            <a:pPr marL="171450" indent="-171450">
              <a:buFontTx/>
              <a:buChar char="-"/>
            </a:pPr>
            <a:r>
              <a:rPr lang="en-US" altLang="ko-KR" sz="800" dirty="0"/>
              <a:t>Postgres</a:t>
            </a:r>
            <a:r>
              <a:rPr lang="ko-KR" altLang="en-US" sz="800" dirty="0"/>
              <a:t>를 사용 하고자 합니다</a:t>
            </a:r>
            <a:r>
              <a:rPr lang="en-US" altLang="ko-KR" sz="800" dirty="0"/>
              <a:t>. </a:t>
            </a:r>
            <a:r>
              <a:rPr lang="ko-KR" altLang="en-US" sz="800" dirty="0"/>
              <a:t>현재는 웹 서버 구성이 되어 있지 않기에</a:t>
            </a:r>
            <a:endParaRPr lang="en-US" altLang="ko-KR" sz="800" dirty="0"/>
          </a:p>
          <a:p>
            <a:r>
              <a:rPr lang="ko-KR" altLang="en-US" sz="800" dirty="0"/>
              <a:t>   사내 서버인 </a:t>
            </a:r>
            <a:r>
              <a:rPr lang="en-US" altLang="ko-KR" sz="800" dirty="0"/>
              <a:t>192.168.0.17</a:t>
            </a:r>
            <a:r>
              <a:rPr lang="ko-KR" altLang="en-US" sz="800" dirty="0"/>
              <a:t>의 </a:t>
            </a:r>
            <a:r>
              <a:rPr lang="en-US" altLang="ko-KR" sz="800" dirty="0"/>
              <a:t>Spec </a:t>
            </a:r>
            <a:r>
              <a:rPr lang="ko-KR" altLang="en-US" sz="800" dirty="0"/>
              <a:t>서버를</a:t>
            </a:r>
            <a:r>
              <a:rPr lang="en-US" altLang="ko-KR" sz="800" dirty="0"/>
              <a:t> </a:t>
            </a:r>
            <a:r>
              <a:rPr lang="ko-KR" altLang="en-US" sz="800" dirty="0"/>
              <a:t>활용하고 추후 웹서버 구축되면 </a:t>
            </a:r>
            <a:r>
              <a:rPr lang="ko-KR" altLang="en-US" sz="800" dirty="0" err="1"/>
              <a:t>쉽게변경이</a:t>
            </a:r>
            <a:r>
              <a:rPr lang="ko-KR" altLang="en-US" sz="800" dirty="0"/>
              <a:t> 가능하도록 구현이 </a:t>
            </a:r>
            <a:r>
              <a:rPr lang="ko-KR" altLang="en-US" sz="800" dirty="0" err="1"/>
              <a:t>되어야합니다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화면은 </a:t>
            </a:r>
            <a:r>
              <a:rPr lang="ko-KR" altLang="en-US" sz="800" dirty="0" err="1"/>
              <a:t>리엑트를</a:t>
            </a:r>
            <a:r>
              <a:rPr lang="ko-KR" altLang="en-US" sz="800" dirty="0"/>
              <a:t> 활용하여 진행을 해주시기 바랍니다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모바일에서도 열수 있어야 하기에 감안해서 설계 해주시기 바랍니다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err="1"/>
              <a:t>백엔드단은</a:t>
            </a:r>
            <a:r>
              <a:rPr lang="ko-KR" altLang="en-US" sz="800" dirty="0"/>
              <a:t> 추후 다른 인원이 자바를 이용하여 진행을 하기로 하였으므로 </a:t>
            </a:r>
            <a:r>
              <a:rPr lang="en-US" altLang="ko-KR" sz="800" dirty="0" err="1"/>
              <a:t>fronend</a:t>
            </a:r>
            <a:r>
              <a:rPr lang="ko-KR" altLang="en-US" sz="800" dirty="0"/>
              <a:t> 기준으로 진행을 해주시고 추후 </a:t>
            </a:r>
            <a:r>
              <a:rPr lang="ko-KR" altLang="en-US" sz="800" dirty="0" err="1"/>
              <a:t>백엔드</a:t>
            </a:r>
            <a:r>
              <a:rPr lang="ko-KR" altLang="en-US" sz="800" dirty="0"/>
              <a:t> 프로그램과 </a:t>
            </a:r>
            <a:r>
              <a:rPr lang="ko-KR" altLang="en-US" sz="800" dirty="0" err="1"/>
              <a:t>연결시</a:t>
            </a:r>
            <a:r>
              <a:rPr lang="ko-KR" altLang="en-US" sz="800" dirty="0"/>
              <a:t> 쉽게 진행 </a:t>
            </a:r>
            <a:r>
              <a:rPr lang="ko-KR" altLang="en-US" sz="800" dirty="0" err="1"/>
              <a:t>할수</a:t>
            </a:r>
            <a:r>
              <a:rPr lang="ko-KR" altLang="en-US" sz="800" dirty="0"/>
              <a:t> 있는 설계가 되어야 합니다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그리고 제일 중요한 속도 입니다</a:t>
            </a:r>
            <a:r>
              <a:rPr lang="en-US" altLang="ko-KR" sz="800" dirty="0"/>
              <a:t>.  </a:t>
            </a:r>
            <a:r>
              <a:rPr lang="ko-KR" altLang="en-US" sz="800" dirty="0"/>
              <a:t>많은 기능이 있는데 속도가 느리면 사용자가 거부감을 느끼기에 속도 및 메모리 관리 부분에 대해서도 고려 해주시기 바랍니다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다국어 지원도 되어야 합니다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디자인은 </a:t>
            </a:r>
            <a:r>
              <a:rPr lang="ko-KR" altLang="en-US" sz="800" dirty="0" err="1"/>
              <a:t>피그마를</a:t>
            </a:r>
            <a:r>
              <a:rPr lang="ko-KR" altLang="en-US" sz="800" dirty="0"/>
              <a:t> </a:t>
            </a:r>
            <a:r>
              <a:rPr lang="ko-KR" altLang="en-US" sz="800" dirty="0" err="1"/>
              <a:t>활용한던</a:t>
            </a:r>
            <a:r>
              <a:rPr lang="ko-KR" altLang="en-US" sz="800" dirty="0"/>
              <a:t> 아니면 더 </a:t>
            </a:r>
            <a:r>
              <a:rPr lang="ko-KR" altLang="en-US" sz="800" dirty="0" err="1"/>
              <a:t>좋은것을</a:t>
            </a:r>
            <a:r>
              <a:rPr lang="ko-KR" altLang="en-US" sz="800" dirty="0"/>
              <a:t> 활용 하던 생각하셔서 </a:t>
            </a:r>
            <a:r>
              <a:rPr lang="ko-KR" altLang="en-US" sz="800" dirty="0" err="1"/>
              <a:t>좋은것으로</a:t>
            </a:r>
            <a:r>
              <a:rPr lang="ko-KR" altLang="en-US" sz="800" dirty="0"/>
              <a:t> 진행을 해주시면 됩니다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화면은 세련되고 감각적으로 사용자 편의를 고려하여 진행 해주시기 바랍니다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주문코드를 활용한 검색이 되어야 합니다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pPr marL="171450" indent="-171450">
              <a:buFontTx/>
              <a:buChar char="-"/>
            </a:pP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일단 </a:t>
            </a:r>
            <a:r>
              <a:rPr lang="en-US" altLang="ko-KR" sz="800" dirty="0"/>
              <a:t>1</a:t>
            </a:r>
            <a:r>
              <a:rPr lang="ko-KR" altLang="en-US" sz="800" dirty="0"/>
              <a:t>차 개발 진행 해주시고 추후 확인하면서 추가 수정 사항에 대해서 논의를 하면서 진행 하겠습니다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en-US" altLang="ko-KR" sz="800" dirty="0"/>
              <a:t>*** </a:t>
            </a:r>
            <a:r>
              <a:rPr lang="ko-KR" altLang="en-US" sz="800" dirty="0" err="1"/>
              <a:t>캐드</a:t>
            </a:r>
            <a:r>
              <a:rPr lang="ko-KR" altLang="en-US" sz="800" dirty="0"/>
              <a:t> 플러그인용으로 개발한 </a:t>
            </a:r>
            <a:r>
              <a:rPr lang="en-US" altLang="ko-KR" sz="800" dirty="0"/>
              <a:t>PartManager.Core.zip </a:t>
            </a:r>
            <a:r>
              <a:rPr lang="ko-KR" altLang="en-US" sz="800" dirty="0"/>
              <a:t>파일 과 사용하는 </a:t>
            </a:r>
            <a:r>
              <a:rPr lang="en-US" altLang="ko-KR" sz="800" dirty="0"/>
              <a:t>DB </a:t>
            </a:r>
            <a:r>
              <a:rPr lang="ko-KR" altLang="en-US" sz="800" dirty="0"/>
              <a:t>를</a:t>
            </a:r>
            <a:r>
              <a:rPr lang="en-US" altLang="ko-KR" sz="800" dirty="0"/>
              <a:t> </a:t>
            </a:r>
            <a:r>
              <a:rPr lang="ko-KR" altLang="en-US" sz="800" dirty="0"/>
              <a:t>참고 하시기 바랍니다</a:t>
            </a:r>
            <a:r>
              <a:rPr lang="en-US" altLang="ko-KR" sz="800" dirty="0"/>
              <a:t>.   </a:t>
            </a:r>
          </a:p>
          <a:p>
            <a:pPr marL="628650" lvl="1" indent="-171450">
              <a:buFontTx/>
              <a:buChar char="-"/>
            </a:pPr>
            <a:r>
              <a:rPr lang="en-US" altLang="ko-KR" sz="800" dirty="0"/>
              <a:t>Db</a:t>
            </a:r>
            <a:r>
              <a:rPr lang="ko-KR" altLang="en-US" sz="800" dirty="0"/>
              <a:t>형식은 동일하게 사용합니다</a:t>
            </a:r>
            <a:r>
              <a:rPr lang="en-US" altLang="ko-KR" sz="800" dirty="0"/>
              <a:t>.</a:t>
            </a:r>
          </a:p>
          <a:p>
            <a:pPr marL="628650" lvl="1" indent="-171450">
              <a:buFontTx/>
              <a:buChar char="-"/>
            </a:pPr>
            <a:r>
              <a:rPr lang="ko-KR" altLang="en-US" sz="800" dirty="0"/>
              <a:t>그리고 </a:t>
            </a:r>
            <a:r>
              <a:rPr lang="en-US" altLang="ko-KR" sz="800" dirty="0"/>
              <a:t>three.js </a:t>
            </a:r>
            <a:r>
              <a:rPr lang="ko-KR" altLang="en-US" sz="800" dirty="0"/>
              <a:t>파일은 </a:t>
            </a:r>
            <a:r>
              <a:rPr lang="en-US" altLang="ko-KR" sz="800" dirty="0" err="1"/>
              <a:t>PartManager</a:t>
            </a:r>
            <a:r>
              <a:rPr lang="ko-KR" altLang="en-US" sz="800" dirty="0"/>
              <a:t>에서 만들어 웹과 공유 </a:t>
            </a:r>
            <a:r>
              <a:rPr lang="ko-KR" altLang="en-US" sz="800" dirty="0" err="1"/>
              <a:t>할예정입니다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프리뷰에 사용 하시면 됩니다</a:t>
            </a:r>
            <a:r>
              <a:rPr lang="en-US" altLang="ko-KR" sz="800" dirty="0"/>
              <a:t>. </a:t>
            </a:r>
            <a:r>
              <a:rPr lang="ko-KR" altLang="en-US" sz="800" dirty="0"/>
              <a:t>해당파일은 추후 웹서버에 오려놓고 진행을 하시겠죠 </a:t>
            </a:r>
            <a:r>
              <a:rPr lang="en-US" altLang="ko-KR" sz="800" dirty="0"/>
              <a:t>(PartManager.Core.zip</a:t>
            </a:r>
            <a:r>
              <a:rPr lang="ko-KR" altLang="en-US" sz="800" dirty="0"/>
              <a:t> 안에 있는 </a:t>
            </a:r>
            <a:r>
              <a:rPr lang="en-US" altLang="ko-KR" sz="800" dirty="0"/>
              <a:t>Drawing </a:t>
            </a:r>
            <a:r>
              <a:rPr lang="ko-KR" altLang="en-US" sz="800" dirty="0"/>
              <a:t>폴더의 내용이 프리뷰 관련 파일입니다</a:t>
            </a:r>
            <a:r>
              <a:rPr lang="en-US" altLang="ko-KR" sz="800" dirty="0"/>
              <a:t>.)</a:t>
            </a:r>
          </a:p>
          <a:p>
            <a:endParaRPr lang="en-US" altLang="ko-KR" sz="1000" dirty="0"/>
          </a:p>
          <a:p>
            <a:r>
              <a:rPr lang="en-US" altLang="ko-KR" sz="1000" dirty="0"/>
              <a:t>           - </a:t>
            </a:r>
            <a:r>
              <a:rPr lang="ko-KR" altLang="en-US" sz="1000" dirty="0"/>
              <a:t>내용은 참고만 하시면 됩니다</a:t>
            </a:r>
            <a:r>
              <a:rPr lang="en-US" altLang="ko-KR" sz="1000" dirty="0"/>
              <a:t>. </a:t>
            </a:r>
            <a:r>
              <a:rPr lang="ko-KR" altLang="en-US" sz="1000" dirty="0"/>
              <a:t>공통으로 사용하는 파일은 </a:t>
            </a:r>
            <a:endParaRPr lang="en-US" altLang="ko-KR" sz="1000" dirty="0"/>
          </a:p>
          <a:p>
            <a:r>
              <a:rPr lang="en-US" altLang="ko-KR" sz="1000" dirty="0"/>
              <a:t>             </a:t>
            </a:r>
            <a:r>
              <a:rPr lang="ko-KR" altLang="en-US" sz="1000" dirty="0"/>
              <a:t>데이터베이스</a:t>
            </a:r>
            <a:r>
              <a:rPr lang="en-US" altLang="ko-KR" sz="1000" dirty="0"/>
              <a:t>(</a:t>
            </a:r>
            <a:r>
              <a:rPr lang="en-US" altLang="ko-KR" sz="1000" dirty="0" err="1"/>
              <a:t>Motor_Core.db</a:t>
            </a:r>
            <a:r>
              <a:rPr lang="en-US" altLang="ko-KR" sz="1000" dirty="0"/>
              <a:t> / </a:t>
            </a:r>
            <a:r>
              <a:rPr lang="en-US" altLang="ko-KR" sz="1000" dirty="0" err="1"/>
              <a:t>Standard_Core.db</a:t>
            </a:r>
            <a:r>
              <a:rPr lang="en-US" altLang="ko-KR" sz="1000" dirty="0"/>
              <a:t> )</a:t>
            </a:r>
          </a:p>
          <a:p>
            <a:r>
              <a:rPr lang="en-US" altLang="ko-KR" sz="1000" dirty="0"/>
              <a:t>             </a:t>
            </a:r>
            <a:r>
              <a:rPr lang="ko-KR" altLang="en-US" sz="1000" dirty="0"/>
              <a:t>와 </a:t>
            </a:r>
            <a:r>
              <a:rPr lang="en-US" altLang="ko-KR" sz="1000" dirty="0"/>
              <a:t>three.js (partRenderer2D.js  / partRenderer.js) </a:t>
            </a:r>
            <a:r>
              <a:rPr lang="ko-KR" altLang="en-US" sz="1000" dirty="0"/>
              <a:t>파일입니다</a:t>
            </a:r>
            <a:r>
              <a:rPr lang="en-US" altLang="ko-KR" sz="1000" dirty="0"/>
              <a:t>. </a:t>
            </a:r>
          </a:p>
          <a:p>
            <a:r>
              <a:rPr lang="ko-KR" altLang="en-US" sz="1000" dirty="0"/>
              <a:t>웹에서는 작도를 하는 것이 아닌 선택한 부품의 옵션에 따라 프리뷰로 보여주고 사용자가 추후 </a:t>
            </a:r>
            <a:r>
              <a:rPr lang="en-US" altLang="ko-KR" sz="1000" dirty="0"/>
              <a:t>STEP </a:t>
            </a:r>
            <a:r>
              <a:rPr lang="ko-KR" altLang="en-US" sz="1000" dirty="0"/>
              <a:t>파일이든 </a:t>
            </a:r>
            <a:r>
              <a:rPr lang="en-US" altLang="ko-KR" sz="1000" dirty="0"/>
              <a:t>dwg </a:t>
            </a:r>
            <a:r>
              <a:rPr lang="ko-KR" altLang="en-US" sz="1000" dirty="0"/>
              <a:t>파일이든 원하는 파일을 다운 받을 수 있는 기능이 구현 되어 지면 됩니다</a:t>
            </a:r>
            <a:r>
              <a:rPr lang="en-US" altLang="ko-KR" sz="1000" dirty="0"/>
              <a:t>. </a:t>
            </a:r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6691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330</Words>
  <Application>Microsoft Office PowerPoint</Application>
  <PresentationFormat>와이드스크린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강보영</dc:creator>
  <cp:lastModifiedBy>강보영</cp:lastModifiedBy>
  <cp:revision>4</cp:revision>
  <dcterms:created xsi:type="dcterms:W3CDTF">2026-04-15T00:41:49Z</dcterms:created>
  <dcterms:modified xsi:type="dcterms:W3CDTF">2026-04-16T06:04:37Z</dcterms:modified>
</cp:coreProperties>
</file>